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b65f74da34563" /><Relationship Type="http://schemas.openxmlformats.org/officeDocument/2006/relationships/extended-properties" Target="/docProps/app.xml" Id="Rb31a425ac09c417c" /><Relationship Type="http://schemas.openxmlformats.org/officeDocument/2006/relationships/officeDocument" Target="/ppt/presentation.xml" Id="R4ab4ff976830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b5536422b4b60"/>
  </p:sldMasterIdLst>
  <p:notesMasterIdLst>
    <p:notesMasterId xmlns:r="http://schemas.openxmlformats.org/officeDocument/2006/relationships" r:id="R8963aa9a7b36472f"/>
  </p:notesMasterIdLst>
  <p:sldIdLst>
    <p:sldId xmlns:r="http://schemas.openxmlformats.org/officeDocument/2006/relationships" id="256" r:id="R84c8b6731f5f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95cdd7dbf4c4c" /><Relationship Type="http://schemas.openxmlformats.org/officeDocument/2006/relationships/slideMaster" Target="/ppt/slideMasters/slideMaster1.xml" Id="R7d1b5536422b4b60" /><Relationship Type="http://schemas.openxmlformats.org/officeDocument/2006/relationships/notesMaster" Target="/ppt/notesMasters/notesMaster1.xml" Id="R8963aa9a7b36472f" /><Relationship Type="http://schemas.openxmlformats.org/officeDocument/2006/relationships/presProps" Target="/ppt/presProps.xml" Id="Rc2a96315d32d4595" /><Relationship Type="http://schemas.openxmlformats.org/officeDocument/2006/relationships/tableStyles" Target="/ppt/tableStyles.xml" Id="R3fd3cd344ccf4219" /><Relationship Type="http://schemas.openxmlformats.org/officeDocument/2006/relationships/slide" Target="/ppt/slides/slide1.xml" Id="R84c8b6731f5f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5c28e5938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ca109cf0a4664" /><Relationship Type="http://schemas.openxmlformats.org/officeDocument/2006/relationships/notesMaster" Target="/ppt/notesMasters/notesMaster1.xml" Id="R70b4573b4f19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One Slide Update template. Bracketed text is a placeholder, not project data. All visible text remains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5ed19762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cb587b930432f" /><Relationship Type="http://schemas.openxmlformats.org/officeDocument/2006/relationships/slideLayout" Target="/ppt/slideLayouts/slideLayout1.xml" Id="R864f19f9b5b3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f19f9b5b3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0e7605f0442e" /><Relationship Type="http://schemas.openxmlformats.org/officeDocument/2006/relationships/notesSlide" Target="/ppt/notesSlides/notesSlide1.xml" Id="R2744f58d91424d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ot.project">
            <a:extLst xmlns:a="http://schemas.openxmlformats.org/drawingml/2006/main">
              <a:ext uri="{FF2B5EF4-FFF2-40B4-BE49-F238E27FC236}">
                <a16:creationId xmlns:a16="http://schemas.microsoft.com/office/drawing/2014/main" id="{2073EEC4-78AB-4C02-93A3-D2BB6D69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B4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73B45"/>
                </a:solidFill>
                <a:latin typeface="Liberation Sans"/>
                <a:ea typeface="Liberation Sans"/>
                <a:cs typeface="Liberation Sans"/>
              </a:rPr>
              <a:t>[Project name]</a:t>
            </a:r>
          </a:p>
        </p:txBody>
      </p:sp>
      <p:sp>
        <p:nvSpPr>
          <p:cNvPr id="2" name="slot.metadata">
            <a:extLst xmlns:a="http://schemas.openxmlformats.org/drawingml/2006/main">
              <a:ext uri="{FF2B5EF4-FFF2-40B4-BE49-F238E27FC236}">
                <a16:creationId xmlns:a16="http://schemas.microsoft.com/office/drawing/2014/main" id="{6B104FD4-2A8C-4309-B6F4-96B4924B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[Reporting period] / [As-of date]</a:t>
            </a:r>
          </a:p>
        </p:txBody>
      </p:sp>
      <p:sp>
        <p:nvSpPr>
          <p:cNvPr id="3" name="slot.status">
            <a:extLst xmlns:a="http://schemas.openxmlformats.org/drawingml/2006/main">
              <a:ext uri="{FF2B5EF4-FFF2-40B4-BE49-F238E27FC236}">
                <a16:creationId xmlns:a16="http://schemas.microsoft.com/office/drawing/2014/main" id="{34D2B409-12D7-4A7B-9DCE-1C110B4F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>[Status]</a:t>
            </a:r>
          </a:p>
        </p:txBody>
      </p:sp>
      <p:sp>
        <p:nvSpPr>
          <p:cNvPr id="4" name="slot.headline">
            <a:extLst xmlns:a="http://schemas.openxmlformats.org/drawingml/2006/main">
              <a:ext uri="{FF2B5EF4-FFF2-40B4-BE49-F238E27FC236}">
                <a16:creationId xmlns:a16="http://schemas.microsoft.com/office/drawing/2014/main" id="{D865D167-3B53-46A1-A2C7-B5CDA265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[The most important update]</a:t>
            </a:r>
          </a:p>
        </p:txBody>
      </p:sp>
      <p:sp>
        <p:nvSpPr>
          <p:cNvPr id="5" name="slot.progress">
            <a:extLst xmlns:a="http://schemas.openxmlformats.org/drawingml/2006/main">
              <a:ext uri="{FF2B5EF4-FFF2-40B4-BE49-F238E27FC236}">
                <a16:creationId xmlns:a16="http://schemas.microsoft.com/office/drawing/2014/main" id="{E3529FCC-5AF3-4011-BE2E-BDC436C1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6534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[Completed work]</a:t>
            </a:r>
          </a:p>
          <a:p xmlns:a="http://schemas.openxmlformats.org/drawingml/2006/main">
            <a:pPr>
              <a:def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[Another verified change]</a:t>
            </a:r>
          </a:p>
        </p:txBody>
      </p:sp>
      <p:sp>
        <p:nvSpPr>
          <p:cNvPr id="6" name="slot.next">
            <a:extLst xmlns:a="http://schemas.openxmlformats.org/drawingml/2006/main">
              <a:ext uri="{FF2B5EF4-FFF2-40B4-BE49-F238E27FC236}">
                <a16:creationId xmlns:a16="http://schemas.microsoft.com/office/drawing/2014/main" id="{73D12652-D309-4FF0-A3A4-B4AD79F5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581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[Next action]</a:t>
            </a:r>
          </a:p>
          <a:p xmlns:a="http://schemas.openxmlformats.org/drawingml/2006/main">
            <a:pPr>
              <a:def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>[Follow-up action]</a:t>
            </a:r>
          </a:p>
        </p:txBody>
      </p:sp>
      <p:sp>
        <p:nvSpPr>
          <p:cNvPr id="7" name="slot.checkpoint">
            <a:extLst xmlns:a="http://schemas.openxmlformats.org/drawingml/2006/main">
              <a:ext uri="{FF2B5EF4-FFF2-40B4-BE49-F238E27FC236}">
                <a16:creationId xmlns:a16="http://schemas.microsoft.com/office/drawing/2014/main" id="{83387AF7-01F7-4A61-99F6-979A0A7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3581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[Milestone]</a:t>
            </a:r>
          </a:p>
          <a:p xmlns:a="http://schemas.openxmlformats.org/drawingml/2006/main">
            <a:pPr>
              <a:def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[Date]</a:t>
            </a:r>
          </a:p>
          <a:p xmlns:a="http://schemas.openxmlformats.org/drawingml/2006/main">
            <a:pPr>
              <a:def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[Owner]</a:t>
            </a:r>
          </a:p>
        </p:txBody>
      </p:sp>
      <p:sp>
        <p:nvSpPr>
          <p:cNvPr id="8" name="slot.decision">
            <a:extLst xmlns:a="http://schemas.openxmlformats.org/drawingml/2006/main">
              <a:ext uri="{FF2B5EF4-FFF2-40B4-BE49-F238E27FC236}">
                <a16:creationId xmlns:a16="http://schemas.microsoft.com/office/drawing/2014/main" id="{C004EAAC-59EA-4A7A-9E26-6DB7283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05475"/>
            <a:ext cx="6534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>[Decision or support needed]</a:t>
            </a:r>
          </a:p>
        </p:txBody>
      </p:sp>
      <p:sp>
        <p:nvSpPr>
          <p:cNvPr id="9" name="label.progress">
            <a:extLst xmlns:a="http://schemas.openxmlformats.org/drawingml/2006/main">
              <a:ext uri="{FF2B5EF4-FFF2-40B4-BE49-F238E27FC236}">
                <a16:creationId xmlns:a16="http://schemas.microsoft.com/office/drawing/2014/main" id="{6C5548BD-C191-4CC4-A579-3B4FEBFE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0" name="label.next">
            <a:extLst xmlns:a="http://schemas.openxmlformats.org/drawingml/2006/main">
              <a:ext uri="{FF2B5EF4-FFF2-40B4-BE49-F238E27FC236}">
                <a16:creationId xmlns:a16="http://schemas.microsoft.com/office/drawing/2014/main" id="{3F835F24-FD46-4484-8335-39F0A1DF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38425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  <p:sp>
        <p:nvSpPr>
          <p:cNvPr id="11" name="label.checkpoint">
            <a:extLst xmlns:a="http://schemas.openxmlformats.org/drawingml/2006/main">
              <a:ext uri="{FF2B5EF4-FFF2-40B4-BE49-F238E27FC236}">
                <a16:creationId xmlns:a16="http://schemas.microsoft.com/office/drawing/2014/main" id="{A3053961-1C6D-4C53-8C55-60731FE6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CHECKPOINT</a:t>
            </a:r>
          </a:p>
        </p:txBody>
      </p:sp>
      <p:sp>
        <p:nvSpPr>
          <p:cNvPr id="12" name="label.decision">
            <a:extLst xmlns:a="http://schemas.openxmlformats.org/drawingml/2006/main">
              <a:ext uri="{FF2B5EF4-FFF2-40B4-BE49-F238E27FC236}">
                <a16:creationId xmlns:a16="http://schemas.microsoft.com/office/drawing/2014/main" id="{979B51B1-FEAD-4834-B00F-C71549D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</p:spTree>
    <p:extLst>
      <p:ext uri="{BB962C8B-B14F-4D97-AF65-F5344CB8AC3E}">
        <p14:creationId xmlns:p14="http://schemas.microsoft.com/office/powerpoint/2010/main" val="991115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2026-10-01T08:53:50.8400000Z</dcterms:created>
  <dcterms:modified xsi:type="dcterms:W3CDTF">2026-10-01T08:53:50.8400000Z</dcterms:modified>
</coreProperties>
</file>