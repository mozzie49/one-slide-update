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2783a1c1674f6f" /><Relationship Type="http://schemas.openxmlformats.org/officeDocument/2006/relationships/extended-properties" Target="/docProps/app.xml" Id="Rad25b5c778a34172" /><Relationship Type="http://schemas.openxmlformats.org/officeDocument/2006/relationships/officeDocument" Target="/ppt/presentation.xml" Id="R653e7f305a0d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11b4c691664dfd"/>
  </p:sldMasterIdLst>
  <p:notesMasterIdLst>
    <p:notesMasterId xmlns:r="http://schemas.openxmlformats.org/officeDocument/2006/relationships" r:id="Ra91906e7a82f4f68"/>
  </p:notesMasterIdLst>
  <p:sldIdLst>
    <p:sldId xmlns:r="http://schemas.openxmlformats.org/officeDocument/2006/relationships" id="256" r:id="Reeec3634fae342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fe9e8befd34f10" /><Relationship Type="http://schemas.openxmlformats.org/officeDocument/2006/relationships/slideMaster" Target="/ppt/slideMasters/slideMaster1.xml" Id="R1811b4c691664dfd" /><Relationship Type="http://schemas.openxmlformats.org/officeDocument/2006/relationships/notesMaster" Target="/ppt/notesMasters/notesMaster1.xml" Id="Ra91906e7a82f4f68" /><Relationship Type="http://schemas.openxmlformats.org/officeDocument/2006/relationships/presProps" Target="/ppt/presProps.xml" Id="Rc339506949054c21" /><Relationship Type="http://schemas.openxmlformats.org/officeDocument/2006/relationships/tableStyles" Target="/ppt/tableStyles.xml" Id="R5983405b190449df" /><Relationship Type="http://schemas.openxmlformats.org/officeDocument/2006/relationships/slide" Target="/ppt/slides/slide1.xml" Id="Reeec3634fae342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43bfcde77540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a4180c4afe44bd" /><Relationship Type="http://schemas.openxmlformats.org/officeDocument/2006/relationships/notesMaster" Target="/ppt/notesMasters/notesMaster1.xml" Id="Rf0bcc0e487f841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One Slide Update template. Bracketed text is a placeholder, not project data. All visible text remains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20ece673f47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2871f678ac47e9" /><Relationship Type="http://schemas.openxmlformats.org/officeDocument/2006/relationships/slideLayout" Target="/ppt/slideLayouts/slideLayout1.xml" Id="Rc9636db394d14e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636db394d14e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f7f64ece84634" /><Relationship Type="http://schemas.openxmlformats.org/officeDocument/2006/relationships/notesSlide" Target="/ppt/notesSlides/notesSlide1.xml" Id="R48ee95d29e004b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7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ot.project">
            <a:extLst xmlns:a="http://schemas.openxmlformats.org/drawingml/2006/main">
              <a:ext uri="{FF2B5EF4-FFF2-40B4-BE49-F238E27FC236}">
                <a16:creationId xmlns:a16="http://schemas.microsoft.com/office/drawing/2014/main" id="{A5CA756C-968C-4109-B37A-7E10EC00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>[Project name]</a:t>
            </a:r>
          </a:p>
        </p:txBody>
      </p:sp>
      <p:sp>
        <p:nvSpPr>
          <p:cNvPr id="2" name="slot.metadata">
            <a:extLst xmlns:a="http://schemas.openxmlformats.org/drawingml/2006/main">
              <a:ext uri="{FF2B5EF4-FFF2-40B4-BE49-F238E27FC236}">
                <a16:creationId xmlns:a16="http://schemas.microsoft.com/office/drawing/2014/main" id="{13FB5C0A-5FF0-4146-A0F8-C2F6C787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rPr>
              <a:t>[Reporting period] / [As-of date]</a:t>
            </a:r>
          </a:p>
        </p:txBody>
      </p:sp>
      <p:sp>
        <p:nvSpPr>
          <p:cNvPr id="3" name="slot.status">
            <a:extLst xmlns:a="http://schemas.openxmlformats.org/drawingml/2006/main">
              <a:ext uri="{FF2B5EF4-FFF2-40B4-BE49-F238E27FC236}">
                <a16:creationId xmlns:a16="http://schemas.microsoft.com/office/drawing/2014/main" id="{7C5A51BF-9D5F-4DB7-8948-AD0F4502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"/>
            <a:ext cx="2419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4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FFC49E"/>
                </a:solidFill>
                <a:latin typeface="Liberation Sans"/>
                <a:ea typeface="Liberation Sans"/>
                <a:cs typeface="Liberation Sans"/>
              </a:rPr>
              <a:t>[Status]</a:t>
            </a:r>
          </a:p>
        </p:txBody>
      </p:sp>
      <p:sp>
        <p:nvSpPr>
          <p:cNvPr id="4" name="slot.headline">
            <a:extLst xmlns:a="http://schemas.openxmlformats.org/drawingml/2006/main">
              <a:ext uri="{FF2B5EF4-FFF2-40B4-BE49-F238E27FC236}">
                <a16:creationId xmlns:a16="http://schemas.microsoft.com/office/drawing/2014/main" id="{B33C96A5-C882-49E9-91D2-BB420231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750" b="1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>[The most important update]</a:t>
            </a:r>
          </a:p>
        </p:txBody>
      </p:sp>
      <p:sp>
        <p:nvSpPr>
          <p:cNvPr id="5" name="slot.decision">
            <a:extLst xmlns:a="http://schemas.openxmlformats.org/drawingml/2006/main">
              <a:ext uri="{FF2B5EF4-FFF2-40B4-BE49-F238E27FC236}">
                <a16:creationId xmlns:a16="http://schemas.microsoft.com/office/drawing/2014/main" id="{1652A283-8301-43B9-882B-44300AB4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6572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C4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FFC49E"/>
                </a:solidFill>
                <a:latin typeface="Liberation Sans"/>
                <a:ea typeface="Liberation Sans"/>
                <a:cs typeface="Liberation Sans"/>
              </a:rPr>
              <a:t>[Decision or support needed]</a:t>
            </a:r>
          </a:p>
        </p:txBody>
      </p:sp>
      <p:sp>
        <p:nvSpPr>
          <p:cNvPr id="6" name="slot.checkpoint">
            <a:extLst xmlns:a="http://schemas.openxmlformats.org/drawingml/2006/main">
              <a:ext uri="{FF2B5EF4-FFF2-40B4-BE49-F238E27FC236}">
                <a16:creationId xmlns:a16="http://schemas.microsoft.com/office/drawing/2014/main" id="{65B06C55-2FF9-4034-A8AE-B5421FBE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6572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>[Milestone]</a:t>
            </a:r>
          </a:p>
          <a:p xmlns:a="http://schemas.openxmlformats.org/drawingml/2006/main">
            <a:pPr>
              <a:defRPr sz="1950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>[Date]</a:t>
            </a:r>
          </a:p>
          <a:p xmlns:a="http://schemas.openxmlformats.org/drawingml/2006/main">
            <a:pPr>
              <a:defRPr sz="1950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>[Owner]</a:t>
            </a:r>
          </a:p>
        </p:txBody>
      </p:sp>
      <p:sp>
        <p:nvSpPr>
          <p:cNvPr id="7" name="slot.progress">
            <a:extLst xmlns:a="http://schemas.openxmlformats.org/drawingml/2006/main">
              <a:ext uri="{FF2B5EF4-FFF2-40B4-BE49-F238E27FC236}">
                <a16:creationId xmlns:a16="http://schemas.microsoft.com/office/drawing/2014/main" id="{611AE3D8-5844-4E25-8C47-F8AABA3D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3505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>[Completed work]</a:t>
            </a:r>
          </a:p>
          <a:p xmlns:a="http://schemas.openxmlformats.org/drawingml/2006/main">
            <a:pPr>
              <a:def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>[Another verified change]</a:t>
            </a:r>
          </a:p>
        </p:txBody>
      </p:sp>
      <p:sp>
        <p:nvSpPr>
          <p:cNvPr id="8" name="slot.next">
            <a:extLst xmlns:a="http://schemas.openxmlformats.org/drawingml/2006/main">
              <a:ext uri="{FF2B5EF4-FFF2-40B4-BE49-F238E27FC236}">
                <a16:creationId xmlns:a16="http://schemas.microsoft.com/office/drawing/2014/main" id="{6996E991-C07C-45CD-8F6C-35A367AF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14925"/>
            <a:ext cx="35052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>[Next action]</a:t>
            </a:r>
          </a:p>
          <a:p xmlns:a="http://schemas.openxmlformats.org/drawingml/2006/main">
            <a:pPr>
              <a:def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FCF5EB"/>
                </a:solidFill>
                <a:latin typeface="Liberation Sans"/>
                <a:ea typeface="Liberation Sans"/>
                <a:cs typeface="Liberation Sans"/>
              </a:rPr>
              <a:t>[Follow-up action]</a:t>
            </a:r>
          </a:p>
        </p:txBody>
      </p:sp>
      <p:sp>
        <p:nvSpPr>
          <p:cNvPr id="9" name="label.decision">
            <a:extLst xmlns:a="http://schemas.openxmlformats.org/drawingml/2006/main">
              <a:ext uri="{FF2B5EF4-FFF2-40B4-BE49-F238E27FC236}">
                <a16:creationId xmlns:a16="http://schemas.microsoft.com/office/drawing/2014/main" id="{CF7149CC-CC4F-4130-A51A-6C92335A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rPr>
              <a:t>DECISION / SUPPORT</a:t>
            </a:r>
          </a:p>
        </p:txBody>
      </p:sp>
      <p:sp>
        <p:nvSpPr>
          <p:cNvPr id="10" name="label.checkpoint">
            <a:extLst xmlns:a="http://schemas.openxmlformats.org/drawingml/2006/main">
              <a:ext uri="{FF2B5EF4-FFF2-40B4-BE49-F238E27FC236}">
                <a16:creationId xmlns:a16="http://schemas.microsoft.com/office/drawing/2014/main" id="{9646CBDA-F909-453D-ACB5-5006D83D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95825"/>
            <a:ext cx="657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rPr>
              <a:t>CHECKPOINT</a:t>
            </a:r>
          </a:p>
        </p:txBody>
      </p:sp>
      <p:sp>
        <p:nvSpPr>
          <p:cNvPr id="11" name="label.progress">
            <a:extLst xmlns:a="http://schemas.openxmlformats.org/drawingml/2006/main">
              <a:ext uri="{FF2B5EF4-FFF2-40B4-BE49-F238E27FC236}">
                <a16:creationId xmlns:a16="http://schemas.microsoft.com/office/drawing/2014/main" id="{9D02BA60-E554-4A70-A2C6-7C030248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rPr>
              <a:t>CHANGED THIS WEEK</a:t>
            </a:r>
          </a:p>
        </p:txBody>
      </p:sp>
      <p:sp>
        <p:nvSpPr>
          <p:cNvPr id="12" name="label.next">
            <a:extLst xmlns:a="http://schemas.openxmlformats.org/drawingml/2006/main">
              <a:ext uri="{FF2B5EF4-FFF2-40B4-BE49-F238E27FC236}">
                <a16:creationId xmlns:a16="http://schemas.microsoft.com/office/drawing/2014/main" id="{AB92E130-1A97-4068-96AF-5835F64C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14875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B4C7C9"/>
                </a:solidFill>
                <a:latin typeface="Liberation Sans"/>
                <a:ea typeface="Liberation Sans"/>
                <a:cs typeface="Liberation Sans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596601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2026-10-01T08:53:54.3330000Z</dcterms:created>
  <dcterms:modified xsi:type="dcterms:W3CDTF">2026-10-01T08:53:54.3330000Z</dcterms:modified>
</coreProperties>
</file>