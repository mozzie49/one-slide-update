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ff4e95c60b4afc" /><Relationship Type="http://schemas.openxmlformats.org/officeDocument/2006/relationships/extended-properties" Target="/docProps/app.xml" Id="R1a7bba392b5a4526" /><Relationship Type="http://schemas.openxmlformats.org/officeDocument/2006/relationships/officeDocument" Target="/ppt/presentation.xml" Id="R13f406f531a345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444bf391164267"/>
  </p:sldMasterIdLst>
  <p:notesMasterIdLst>
    <p:notesMasterId xmlns:r="http://schemas.openxmlformats.org/officeDocument/2006/relationships" r:id="R40eb945985a24c9b"/>
  </p:notesMasterIdLst>
  <p:sldIdLst>
    <p:sldId xmlns:r="http://schemas.openxmlformats.org/officeDocument/2006/relationships" id="256" r:id="Rb70d770674e14a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93755c32c0468f" /><Relationship Type="http://schemas.openxmlformats.org/officeDocument/2006/relationships/slideMaster" Target="/ppt/slideMasters/slideMaster1.xml" Id="Rf0444bf391164267" /><Relationship Type="http://schemas.openxmlformats.org/officeDocument/2006/relationships/notesMaster" Target="/ppt/notesMasters/notesMaster1.xml" Id="R40eb945985a24c9b" /><Relationship Type="http://schemas.openxmlformats.org/officeDocument/2006/relationships/presProps" Target="/ppt/presProps.xml" Id="R34c77a0afcc54056" /><Relationship Type="http://schemas.openxmlformats.org/officeDocument/2006/relationships/tableStyles" Target="/ppt/tableStyles.xml" Id="Rebe510f83fb24bb8" /><Relationship Type="http://schemas.openxmlformats.org/officeDocument/2006/relationships/slide" Target="/ppt/slides/slide1.xml" Id="Rb70d770674e14a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4514155e9b4b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7b285989f402c" /><Relationship Type="http://schemas.openxmlformats.org/officeDocument/2006/relationships/notesMaster" Target="/ppt/notesMasters/notesMaster1.xml" Id="R7aa4cc55953646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One Slide Update template. Bracketed text is a placeholder, not project data. All visible text remains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46676b9de43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74c9477fce414c" /><Relationship Type="http://schemas.openxmlformats.org/officeDocument/2006/relationships/slideLayout" Target="/ppt/slideLayouts/slideLayout1.xml" Id="Rcc5e2597794542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e25977945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7c8a3b4aa40b0" /><Relationship Type="http://schemas.openxmlformats.org/officeDocument/2006/relationships/notesSlide" Target="/ppt/notesSlides/notesSlide1.xml" Id="Rfe0d679c102543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ot.project">
            <a:extLst xmlns:a="http://schemas.openxmlformats.org/drawingml/2006/main">
              <a:ext uri="{FF2B5EF4-FFF2-40B4-BE49-F238E27FC236}">
                <a16:creationId xmlns:a16="http://schemas.microsoft.com/office/drawing/2014/main" id="{2EC41CE3-B4E5-4EDC-A754-84CDB8DC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>[Project name]</a:t>
            </a:r>
          </a:p>
        </p:txBody>
      </p:sp>
      <p:sp>
        <p:nvSpPr>
          <p:cNvPr id="2" name="slot.metadata">
            <a:extLst xmlns:a="http://schemas.openxmlformats.org/drawingml/2006/main">
              <a:ext uri="{FF2B5EF4-FFF2-40B4-BE49-F238E27FC236}">
                <a16:creationId xmlns:a16="http://schemas.microsoft.com/office/drawing/2014/main" id="{D6C7A0A7-0CD9-4938-8FDF-DAB23353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[Reporting period] / [As-of date]</a:t>
            </a:r>
          </a:p>
        </p:txBody>
      </p:sp>
      <p:sp>
        <p:nvSpPr>
          <p:cNvPr id="3" name="slot.status">
            <a:extLst xmlns:a="http://schemas.openxmlformats.org/drawingml/2006/main">
              <a:ext uri="{FF2B5EF4-FFF2-40B4-BE49-F238E27FC236}">
                <a16:creationId xmlns:a16="http://schemas.microsoft.com/office/drawing/2014/main" id="{59FE0652-6C97-43EA-BFD7-809403A7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"/>
            <a:ext cx="2419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rPr>
              <a:t>[Status]</a:t>
            </a:r>
          </a:p>
        </p:txBody>
      </p:sp>
      <p:sp>
        <p:nvSpPr>
          <p:cNvPr id="4" name="slot.headline">
            <a:extLst xmlns:a="http://schemas.openxmlformats.org/drawingml/2006/main">
              <a:ext uri="{FF2B5EF4-FFF2-40B4-BE49-F238E27FC236}">
                <a16:creationId xmlns:a16="http://schemas.microsoft.com/office/drawing/2014/main" id="{3AA61D44-683A-4FB8-AE15-AF3A4328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50" b="1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>[The most important update]</a:t>
            </a:r>
          </a:p>
        </p:txBody>
      </p:sp>
      <p:sp>
        <p:nvSpPr>
          <p:cNvPr id="5" name="slot.milestone_date">
            <a:extLst xmlns:a="http://schemas.openxmlformats.org/drawingml/2006/main">
              <a:ext uri="{FF2B5EF4-FFF2-40B4-BE49-F238E27FC236}">
                <a16:creationId xmlns:a16="http://schemas.microsoft.com/office/drawing/2014/main" id="{98CE3DEC-53D3-4F9E-9B37-26019D85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5191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350" b="1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rPr>
              <a:t>[Milestone date]</a:t>
            </a:r>
          </a:p>
        </p:txBody>
      </p:sp>
      <p:sp>
        <p:nvSpPr>
          <p:cNvPr id="6" name="slot.milestone_label">
            <a:extLst xmlns:a="http://schemas.openxmlformats.org/drawingml/2006/main">
              <a:ext uri="{FF2B5EF4-FFF2-40B4-BE49-F238E27FC236}">
                <a16:creationId xmlns:a16="http://schemas.microsoft.com/office/drawing/2014/main" id="{0A63FEAA-5E37-42F6-BECD-BAF23DDB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5191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>[Milestone]</a:t>
            </a:r>
          </a:p>
        </p:txBody>
      </p:sp>
      <p:sp>
        <p:nvSpPr>
          <p:cNvPr id="7" name="slot.owner">
            <a:extLst xmlns:a="http://schemas.openxmlformats.org/drawingml/2006/main">
              <a:ext uri="{FF2B5EF4-FFF2-40B4-BE49-F238E27FC236}">
                <a16:creationId xmlns:a16="http://schemas.microsoft.com/office/drawing/2014/main" id="{24E430F0-EA75-4E0A-A586-4EAD769B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[Owner]</a:t>
            </a:r>
          </a:p>
        </p:txBody>
      </p:sp>
      <p:sp>
        <p:nvSpPr>
          <p:cNvPr id="8" name="slot.progress">
            <a:extLst xmlns:a="http://schemas.openxmlformats.org/drawingml/2006/main">
              <a:ext uri="{FF2B5EF4-FFF2-40B4-BE49-F238E27FC236}">
                <a16:creationId xmlns:a16="http://schemas.microsoft.com/office/drawing/2014/main" id="{0B5E0E99-1D2E-423C-AE03-A4A06CAA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337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>[Completed work]</a:t>
            </a:r>
          </a:p>
          <a:p xmlns:a="http://schemas.openxmlformats.org/drawingml/2006/main">
            <a:pPr>
              <a:def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>[Another verified change]</a:t>
            </a:r>
          </a:p>
        </p:txBody>
      </p:sp>
      <p:sp>
        <p:nvSpPr>
          <p:cNvPr id="9" name="slot.next">
            <a:extLst xmlns:a="http://schemas.openxmlformats.org/drawingml/2006/main">
              <a:ext uri="{FF2B5EF4-FFF2-40B4-BE49-F238E27FC236}">
                <a16:creationId xmlns:a16="http://schemas.microsoft.com/office/drawing/2014/main" id="{9FD0E781-28A5-4837-B24D-2460993A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95875"/>
            <a:ext cx="47244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>[Next action]</a:t>
            </a:r>
          </a:p>
          <a:p xmlns:a="http://schemas.openxmlformats.org/drawingml/2006/main">
            <a:pPr>
              <a:def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>[Follow-up action]</a:t>
            </a:r>
          </a:p>
        </p:txBody>
      </p:sp>
      <p:sp>
        <p:nvSpPr>
          <p:cNvPr id="10" name="slot.decision">
            <a:extLst xmlns:a="http://schemas.openxmlformats.org/drawingml/2006/main">
              <a:ext uri="{FF2B5EF4-FFF2-40B4-BE49-F238E27FC236}">
                <a16:creationId xmlns:a16="http://schemas.microsoft.com/office/drawing/2014/main" id="{F3FFCC3B-94AC-4BC9-9E04-077E5615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9117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>[Decision or support needed]</a:t>
            </a:r>
          </a:p>
        </p:txBody>
      </p:sp>
      <p:sp>
        <p:nvSpPr>
          <p:cNvPr id="11" name="label.milestone">
            <a:extLst xmlns:a="http://schemas.openxmlformats.org/drawingml/2006/main">
              <a:ext uri="{FF2B5EF4-FFF2-40B4-BE49-F238E27FC236}">
                <a16:creationId xmlns:a16="http://schemas.microsoft.com/office/drawing/2014/main" id="{D35C6AF6-9F14-4C88-8DA8-3557F289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38425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NEXT MILESTONE</a:t>
            </a:r>
          </a:p>
        </p:txBody>
      </p:sp>
      <p:sp>
        <p:nvSpPr>
          <p:cNvPr id="12" name="label.progress">
            <a:extLst xmlns:a="http://schemas.openxmlformats.org/drawingml/2006/main">
              <a:ext uri="{FF2B5EF4-FFF2-40B4-BE49-F238E27FC236}">
                <a16:creationId xmlns:a16="http://schemas.microsoft.com/office/drawing/2014/main" id="{7A5B1C2C-52D6-41EB-B1E5-97292826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472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CHANGED THIS WEEK</a:t>
            </a:r>
          </a:p>
        </p:txBody>
      </p:sp>
      <p:sp>
        <p:nvSpPr>
          <p:cNvPr id="13" name="label.next">
            <a:extLst xmlns:a="http://schemas.openxmlformats.org/drawingml/2006/main">
              <a:ext uri="{FF2B5EF4-FFF2-40B4-BE49-F238E27FC236}">
                <a16:creationId xmlns:a16="http://schemas.microsoft.com/office/drawing/2014/main" id="{F14D13CB-8241-4CC4-8508-F44000CC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95825"/>
            <a:ext cx="472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NEXT</a:t>
            </a:r>
          </a:p>
        </p:txBody>
      </p:sp>
      <p:sp>
        <p:nvSpPr>
          <p:cNvPr id="14" name="label.decision">
            <a:extLst xmlns:a="http://schemas.openxmlformats.org/drawingml/2006/main">
              <a:ext uri="{FF2B5EF4-FFF2-40B4-BE49-F238E27FC236}">
                <a16:creationId xmlns:a16="http://schemas.microsoft.com/office/drawing/2014/main" id="{6F29926C-D906-40D3-9B9F-69D79D3D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DECISION / SUPPORT</a:t>
            </a:r>
          </a:p>
        </p:txBody>
      </p:sp>
    </p:spTree>
    <p:extLst>
      <p:ext uri="{BB962C8B-B14F-4D97-AF65-F5344CB8AC3E}">
        <p14:creationId xmlns:p14="http://schemas.microsoft.com/office/powerpoint/2010/main" val="1575202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2026-10-01T08:53:57.2600000Z</dcterms:created>
  <dcterms:modified xsi:type="dcterms:W3CDTF">2026-10-01T08:53:57.2600000Z</dcterms:modified>
</coreProperties>
</file>