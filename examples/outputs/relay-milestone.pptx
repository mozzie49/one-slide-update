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ff4e95c60b4afc" /><Relationship Type="http://schemas.openxmlformats.org/officeDocument/2006/relationships/extended-properties" Target="/docProps/app.xml" Id="R1a7bba392b5a4526" /><Relationship Type="http://schemas.openxmlformats.org/officeDocument/2006/relationships/officeDocument" Target="/ppt/presentation.xml" Id="R13f406f531a345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444bf391164267"/>
  </p:sldMasterIdLst>
  <p:notesMasterIdLst>
    <p:notesMasterId xmlns:r="http://schemas.openxmlformats.org/officeDocument/2006/relationships" r:id="R40eb945985a24c9b"/>
  </p:notesMasterIdLst>
  <p:sldIdLst>
    <p:sldId xmlns:r="http://schemas.openxmlformats.org/officeDocument/2006/relationships" id="256" r:id="Rb70d770674e14a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93755c32c0468f" /><Relationship Type="http://schemas.openxmlformats.org/officeDocument/2006/relationships/slideMaster" Target="/ppt/slideMasters/slideMaster1.xml" Id="Rf0444bf391164267" /><Relationship Type="http://schemas.openxmlformats.org/officeDocument/2006/relationships/notesMaster" Target="/ppt/notesMasters/notesMaster1.xml" Id="R40eb945985a24c9b" /><Relationship Type="http://schemas.openxmlformats.org/officeDocument/2006/relationships/presProps" Target="/ppt/presProps.xml" Id="R34c77a0afcc54056" /><Relationship Type="http://schemas.openxmlformats.org/officeDocument/2006/relationships/tableStyles" Target="/ppt/tableStyles.xml" Id="Rebe510f83fb24bb8" /><Relationship Type="http://schemas.openxmlformats.org/officeDocument/2006/relationships/slide" Target="/ppt/slides/slide1.xml" Id="Rb70d770674e14a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4514155e9b4b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57b285989f402c" /><Relationship Type="http://schemas.openxmlformats.org/officeDocument/2006/relationships/notesMaster" Target="/ppt/notesMasters/notesMaster1.xml" Id="R7aa4cc55953646ed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notes supplied with this update:
Original fictional example. No real project or customer data.
Source: examples/inputs/relay-weekly-notes.md, as of 1 October 2026.
The source notes provide no progress percentage or adoption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46676b9de43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74c9477fce414c" /><Relationship Type="http://schemas.openxmlformats.org/officeDocument/2006/relationships/slideLayout" Target="/ppt/slideLayouts/slideLayout1.xml" Id="Rcc5e2597794542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5e2597794542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7c8a3b4aa40b0" /><Relationship Type="http://schemas.openxmlformats.org/officeDocument/2006/relationships/notesSlide" Target="/ppt/notesSlides/notesSlide1.xml" Id="Rfe0d679c102543a4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3EEE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slot.project">
            <a:extLst>
              <a:ext uri="{FF2B5EF4-FFF2-40B4-BE49-F238E27FC236}">
                <ns2:creationId id="{2EC41CE3-B4E5-4EDC-A754-84CDB8DC479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Relay pilot</a:t>
            </a:r>
            <a:endParaRPr sz="2100"/>
          </a:p>
        </p:txBody>
      </p:sp>
      <p:sp>
        <p:nvSpPr>
          <p:cNvPr id="2" name="slot.metadata">
            <a:extLst>
              <a:ext uri="{FF2B5EF4-FFF2-40B4-BE49-F238E27FC236}">
                <ns2:creationId id="{D6C7A0A7-0CD9-4938-8FDF-DAB23353FF43}"/>
              </a:ext>
            </a:extLst>
          </p:cNvPr>
          <p:cNvSpPr>
            <a:spLocks noGrp="1"/>
          </p:cNvSpPr>
          <p:nvPr/>
        </p:nvSpPr>
        <p:spPr>
          <a:xfrm>
            <a:off x="533400" y="790575"/>
            <a:ext cx="876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 xml:space="preserve">Week of 28 Sep 2026 / As of 1 Oct 2026</a:t>
            </a:r>
            <a:endParaRPr sz="1650"/>
          </a:p>
        </p:txBody>
      </p:sp>
      <p:sp>
        <p:nvSpPr>
          <p:cNvPr id="3" name="slot.status">
            <a:extLst>
              <a:ext uri="{FF2B5EF4-FFF2-40B4-BE49-F238E27FC236}">
                <ns2:creationId id="{59FE0652-6C97-43EA-BFD7-809403A7090E}"/>
              </a:ext>
            </a:extLst>
          </p:cNvPr>
          <p:cNvSpPr>
            <a:spLocks noGrp="1"/>
          </p:cNvSpPr>
          <p:nvPr/>
        </p:nvSpPr>
        <p:spPr>
          <a:xfrm>
            <a:off x="9239250" y="381000"/>
            <a:ext cx="24193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A4B2F"/>
                </a:solidFill>
                <a:latin typeface="Liberation Sans"/>
                <a:ea typeface="Liberation Sans"/>
                <a:cs typeface="Liberation Sans"/>
              </a:rPr>
              <a:t xml:space="preserve">At risk</a:t>
            </a:r>
            <a:endParaRPr sz="1800"/>
          </a:p>
        </p:txBody>
      </p:sp>
      <p:sp>
        <p:nvSpPr>
          <p:cNvPr id="4" name="slot.headline">
            <a:extLst>
              <a:ext uri="{FF2B5EF4-FFF2-40B4-BE49-F238E27FC236}">
                <ns2:creationId id="{3AA61D44-683A-4FB8-AE15-AF3A432821BB}"/>
              </a:ext>
            </a:extLst>
          </p:cNvPr>
          <p:cNvSpPr>
            <a:spLocks noGrp="1"/>
          </p:cNvSpPr>
          <p:nvPr/>
        </p:nvSpPr>
        <p:spPr>
          <a:xfrm>
            <a:off x="533400" y="1362075"/>
            <a:ext cx="11125200" cy="1162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4575"/>
              </a:lnSpc>
              <a:spcBef>
                <a:spcPts val="0"/>
              </a:spcBef>
              <a:spcAft>
                <a:spcPts val="0"/>
              </a:spcAft>
            </a:pPr>
            <a:r>
              <a:rPr sz="3750" b="1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Pilot waits on export permissions</a:t>
            </a:r>
            <a:endParaRPr sz="3750"/>
          </a:p>
        </p:txBody>
      </p:sp>
      <p:sp>
        <p:nvSpPr>
          <p:cNvPr id="5" name="slot.milestone_date">
            <a:extLst>
              <a:ext uri="{FF2B5EF4-FFF2-40B4-BE49-F238E27FC236}">
                <ns2:creationId id="{98CE3DEC-53D3-4F9E-9B37-26019D8598EE}"/>
              </a:ext>
            </a:extLst>
          </p:cNvPr>
          <p:cNvSpPr>
            <a:spLocks noGrp="1"/>
          </p:cNvSpPr>
          <p:nvPr/>
        </p:nvSpPr>
        <p:spPr>
          <a:xfrm>
            <a:off x="533400" y="2943225"/>
            <a:ext cx="5191125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5307"/>
              </a:lnSpc>
              <a:spcBef>
                <a:spcPts val="0"/>
              </a:spcBef>
              <a:spcAft>
                <a:spcPts val="0"/>
              </a:spcAft>
            </a:pPr>
            <a:r>
              <a:rPr sz="4350" b="1">
                <a:solidFill>
                  <a:srgbClr val="AA4B2F"/>
                </a:solidFill>
                <a:latin typeface="Liberation Sans"/>
                <a:ea typeface="Liberation Sans"/>
                <a:cs typeface="Liberation Sans"/>
              </a:rPr>
              <a:t xml:space="preserve">24 October</a:t>
            </a:r>
            <a:endParaRPr sz="4350"/>
          </a:p>
        </p:txBody>
      </p:sp>
      <p:sp>
        <p:nvSpPr>
          <p:cNvPr id="6" name="slot.milestone_label">
            <a:extLst>
              <a:ext uri="{FF2B5EF4-FFF2-40B4-BE49-F238E27FC236}">
                <ns2:creationId id="{0A63FEAA-5E37-42F6-BECD-BAF23DDB72A6}"/>
              </a:ext>
            </a:extLst>
          </p:cNvPr>
          <p:cNvSpPr>
            <a:spLocks noGrp="1"/>
          </p:cNvSpPr>
          <p:nvPr/>
        </p:nvSpPr>
        <p:spPr>
          <a:xfrm>
            <a:off x="533400" y="3857625"/>
            <a:ext cx="5191125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Invite the first pilot teams</a:t>
            </a:r>
            <a:endParaRPr sz="2100"/>
          </a:p>
        </p:txBody>
      </p:sp>
      <p:sp>
        <p:nvSpPr>
          <p:cNvPr id="7" name="slot.owner">
            <a:extLst>
              <a:ext uri="{FF2B5EF4-FFF2-40B4-BE49-F238E27FC236}">
                <ns2:creationId id="{24E430F0-EA75-4E0A-A586-4EAD769BA7AC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51911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 xml:space="preserve">Owner not provided</a:t>
            </a:r>
            <a:endParaRPr sz="1800"/>
          </a:p>
        </p:txBody>
      </p:sp>
      <p:sp>
        <p:nvSpPr>
          <p:cNvPr id="8" name="slot.progress">
            <a:extLst>
              <a:ext uri="{FF2B5EF4-FFF2-40B4-BE49-F238E27FC236}">
                <ns2:creationId id="{0B5E0E99-1D2E-423C-AE03-A4A06CAAFB4A}"/>
              </a:ext>
            </a:extLst>
          </p:cNvPr>
          <p:cNvSpPr>
            <a:spLocks noGrp="1"/>
          </p:cNvSpPr>
          <p:nvPr/>
        </p:nvSpPr>
        <p:spPr>
          <a:xfrm>
            <a:off x="6934200" y="3133725"/>
            <a:ext cx="4724400" cy="1285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• Review comments are tied to</a:t>
            </a:r>
            <a:endParaRPr sz="2025"/>
          </a:p>
          <a:p>
            <a:pPr marL="0" indent="0">
              <a:buNone/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  versions.</a:t>
            </a:r>
            <a:endParaRPr sz="2025"/>
          </a:p>
          <a:p>
            <a:pPr marL="0" indent="0">
              <a:buNone/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• Keyboard navigation passed the</a:t>
            </a:r>
            <a:endParaRPr sz="2025"/>
          </a:p>
          <a:p>
            <a:pPr marL="0" indent="0">
              <a:buNone/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  review.</a:t>
            </a:r>
            <a:endParaRPr sz="2025"/>
          </a:p>
        </p:txBody>
      </p:sp>
      <p:sp>
        <p:nvSpPr>
          <p:cNvPr id="9" name="slot.next">
            <a:extLst>
              <a:ext uri="{FF2B5EF4-FFF2-40B4-BE49-F238E27FC236}">
                <ns2:creationId id="{9FD0E781-28A5-4837-B24D-2460993AAEA8}"/>
              </a:ext>
            </a:extLst>
          </p:cNvPr>
          <p:cNvSpPr>
            <a:spLocks noGrp="1"/>
          </p:cNvSpPr>
          <p:nvPr/>
        </p:nvSpPr>
        <p:spPr>
          <a:xfrm>
            <a:off x="6934200" y="5095875"/>
            <a:ext cx="4724400" cy="1323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• Retest export permissions with</a:t>
            </a:r>
            <a:endParaRPr sz="2025"/>
          </a:p>
          <a:p>
            <a:pPr marL="0" indent="0">
              <a:buNone/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  partners.</a:t>
            </a:r>
            <a:endParaRPr sz="2025"/>
          </a:p>
        </p:txBody>
      </p:sp>
      <p:sp>
        <p:nvSpPr>
          <p:cNvPr id="10" name="slot.decision">
            <a:extLst>
              <a:ext uri="{FF2B5EF4-FFF2-40B4-BE49-F238E27FC236}">
                <ns2:creationId id="{F3FFCC3B-94AC-4BC9-9E04-077E5615F5EB}"/>
              </a:ext>
            </a:extLst>
          </p:cNvPr>
          <p:cNvSpPr>
            <a:spLocks noGrp="1"/>
          </p:cNvSpPr>
          <p:nvPr/>
        </p:nvSpPr>
        <p:spPr>
          <a:xfrm>
            <a:off x="533400" y="5591175"/>
            <a:ext cx="5191125" cy="828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Name the support-handoff owner before</a:t>
            </a:r>
            <a:endParaRPr sz="1950"/>
          </a:p>
          <a:p>
            <a:pPr marL="0" indent="0">
              <a:buNone/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pilot invitations.</a:t>
            </a:r>
            <a:endParaRPr sz="1950"/>
          </a:p>
        </p:txBody>
      </p:sp>
      <p:sp>
        <p:nvSpPr>
          <p:cNvPr id="11" name="label.milestone">
            <a:extLst>
              <a:ext uri="{FF2B5EF4-FFF2-40B4-BE49-F238E27FC236}">
                <ns2:creationId id="{D35C6AF6-9F14-4C88-8DA8-3557F28926B3}"/>
              </a:ext>
            </a:extLst>
          </p:cNvPr>
          <p:cNvSpPr>
            <a:spLocks noGrp="1"/>
          </p:cNvSpPr>
          <p:nvPr/>
        </p:nvSpPr>
        <p:spPr>
          <a:xfrm>
            <a:off x="533400" y="2638425"/>
            <a:ext cx="51911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NEXT MILESTONE</a:t>
            </a:r>
          </a:p>
        </p:txBody>
      </p:sp>
      <p:sp>
        <p:nvSpPr>
          <p:cNvPr id="12" name="label.progress">
            <a:extLst>
              <a:ext uri="{FF2B5EF4-FFF2-40B4-BE49-F238E27FC236}">
                <ns2:creationId id="{7A5B1C2C-52D6-41EB-B1E5-97292826E23B}"/>
              </a:ext>
            </a:extLst>
          </p:cNvPr>
          <p:cNvSpPr>
            <a:spLocks noGrp="1"/>
          </p:cNvSpPr>
          <p:nvPr/>
        </p:nvSpPr>
        <p:spPr>
          <a:xfrm>
            <a:off x="6934200" y="2724150"/>
            <a:ext cx="47244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CHANGED THIS WEEK</a:t>
            </a:r>
          </a:p>
        </p:txBody>
      </p:sp>
      <p:sp>
        <p:nvSpPr>
          <p:cNvPr id="13" name="label.next">
            <a:extLst>
              <a:ext uri="{FF2B5EF4-FFF2-40B4-BE49-F238E27FC236}">
                <ns2:creationId id="{F14D13CB-8241-4CC4-8508-F44000CC069D}"/>
              </a:ext>
            </a:extLst>
          </p:cNvPr>
          <p:cNvSpPr>
            <a:spLocks noGrp="1"/>
          </p:cNvSpPr>
          <p:nvPr/>
        </p:nvSpPr>
        <p:spPr>
          <a:xfrm>
            <a:off x="6934200" y="4695825"/>
            <a:ext cx="47244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NEXT</a:t>
            </a:r>
          </a:p>
        </p:txBody>
      </p:sp>
      <p:sp>
        <p:nvSpPr>
          <p:cNvPr id="14" name="label.decision">
            <a:extLst>
              <a:ext uri="{FF2B5EF4-FFF2-40B4-BE49-F238E27FC236}">
                <ns2:creationId id="{6F29926C-D906-40D3-9B9F-69D79D3D49D2}"/>
              </a:ext>
            </a:extLst>
          </p:cNvPr>
          <p:cNvSpPr>
            <a:spLocks noGrp="1"/>
          </p:cNvSpPr>
          <p:nvPr/>
        </p:nvSpPr>
        <p:spPr>
          <a:xfrm>
            <a:off x="533400" y="5210175"/>
            <a:ext cx="51911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DECISION / SUPPORT</a:t>
            </a:r>
          </a:p>
        </p:txBody>
      </p:sp>
    </p:spTree>
    <p:extLst>
      <p:ext uri="{BB962C8B-B14F-4D97-AF65-F5344CB8AC3E}">
        <ns3:creationId val="1575202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2026-10-01T08:53:57.2600000Z</dcterms:created>
  <dcterms:modified xsi:type="dcterms:W3CDTF">2026-10-01T08:53:57.2600000Z</dcterms:modified>
</coreProperties>
</file>