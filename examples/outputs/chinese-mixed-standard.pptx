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3b65f74da34563" /><Relationship Type="http://schemas.openxmlformats.org/officeDocument/2006/relationships/extended-properties" Target="/docProps/app.xml" Id="Rb31a425ac09c417c" /><Relationship Type="http://schemas.openxmlformats.org/officeDocument/2006/relationships/officeDocument" Target="/ppt/presentation.xml" Id="R4ab4ff97683045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b5536422b4b60"/>
  </p:sldMasterIdLst>
  <p:notesMasterIdLst>
    <p:notesMasterId xmlns:r="http://schemas.openxmlformats.org/officeDocument/2006/relationships" r:id="R8963aa9a7b36472f"/>
  </p:notesMasterIdLst>
  <p:sldIdLst>
    <p:sldId xmlns:r="http://schemas.openxmlformats.org/officeDocument/2006/relationships" id="256" r:id="R84c8b6731f5f44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95cdd7dbf4c4c" /><Relationship Type="http://schemas.openxmlformats.org/officeDocument/2006/relationships/slideMaster" Target="/ppt/slideMasters/slideMaster1.xml" Id="R7d1b5536422b4b60" /><Relationship Type="http://schemas.openxmlformats.org/officeDocument/2006/relationships/notesMaster" Target="/ppt/notesMasters/notesMaster1.xml" Id="R8963aa9a7b36472f" /><Relationship Type="http://schemas.openxmlformats.org/officeDocument/2006/relationships/presProps" Target="/ppt/presProps.xml" Id="Rc2a96315d32d4595" /><Relationship Type="http://schemas.openxmlformats.org/officeDocument/2006/relationships/tableStyles" Target="/ppt/tableStyles.xml" Id="R3fd3cd344ccf4219" /><Relationship Type="http://schemas.openxmlformats.org/officeDocument/2006/relationships/slide" Target="/ppt/slides/slide1.xml" Id="R84c8b6731f5f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5c28e5938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9ca109cf0a4664" /><Relationship Type="http://schemas.openxmlformats.org/officeDocument/2006/relationships/notesMaster" Target="/ppt/notesMasters/notesMaster1.xml" Id="R70b4573b4f194d4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本次更新的来源说明：
原创虚构示例，与任何真实客户、公司或项目无关。
API v2 联调和 FAQ 初稿来自这份虚构周报；未提供试点日期或验收负责人。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d5ed19762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cb587b930432f" /><Relationship Type="http://schemas.openxmlformats.org/officeDocument/2006/relationships/slideLayout" Target="/ppt/slideLayouts/slideLayout1.xml" Id="R864f19f9b5b341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f19f9b5b341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b0e7605f0442e" /><Relationship Type="http://schemas.openxmlformats.org/officeDocument/2006/relationships/notesSlide" Target="/ppt/notesSlides/notesSlide1.xml" Id="R2744f58d91424d02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slot.project">
            <a:extLst>
              <a:ext uri="{FF2B5EF4-FFF2-40B4-BE49-F238E27FC236}">
                <ns2:creationId id="{2073EEC4-78AB-4C02-93A3-D2BB6D690B7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3B45"/>
                </a:solidFill>
                <a:latin typeface="Noto Sans CJK SC"/>
                <a:ea typeface="Noto Sans CJK SC"/>
                <a:cs typeface="Noto Sans CJK SC"/>
              </a:rPr>
              <a:t xml:space="preserve">松桥 Atlas 客服试点</a:t>
            </a:r>
            <a:endParaRPr sz="2100"/>
          </a:p>
        </p:txBody>
      </p:sp>
      <p:sp>
        <p:nvSpPr>
          <p:cNvPr id="2" name="slot.metadata">
            <a:extLst>
              <a:ext uri="{FF2B5EF4-FFF2-40B4-BE49-F238E27FC236}">
                <ns2:creationId id="{6B104FD4-2A8C-4309-B6F4-96B4924B2916}"/>
              </a:ext>
            </a:extLst>
          </p:cNvPr>
          <p:cNvSpPr>
            <a:spLocks noGrp="1"/>
          </p:cNvSpPr>
          <p:nvPr/>
        </p:nvSpPr>
        <p:spPr>
          <a:xfrm>
            <a:off x="533400" y="7905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2026年9月28日至10月2日 / 截至 2026年10月1日</a:t>
            </a:r>
            <a:endParaRPr sz="1650"/>
          </a:p>
        </p:txBody>
      </p:sp>
      <p:sp>
        <p:nvSpPr>
          <p:cNvPr id="3" name="slot.status">
            <a:extLst>
              <a:ext uri="{FF2B5EF4-FFF2-40B4-BE49-F238E27FC236}">
                <ns2:creationId id="{34D2B409-12D7-4A7B-9DCE-1C110B4FEC17}"/>
              </a:ext>
            </a:extLst>
          </p:cNvPr>
          <p:cNvSpPr>
            <a:spLocks noGrp="1"/>
          </p:cNvSpPr>
          <p:nvPr/>
        </p:nvSpPr>
        <p:spPr>
          <a:xfrm>
            <a:off x="9239250" y="381000"/>
            <a:ext cx="2419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AA4B2F"/>
                </a:solidFill>
                <a:latin typeface="Noto Sans CJK SC"/>
                <a:ea typeface="Noto Sans CJK SC"/>
                <a:cs typeface="Noto Sans CJK SC"/>
              </a:rPr>
              <a:t xml:space="preserve">待评估</a:t>
            </a:r>
            <a:endParaRPr sz="1800"/>
          </a:p>
        </p:txBody>
      </p:sp>
      <p:sp>
        <p:nvSpPr>
          <p:cNvPr id="4" name="slot.headline">
            <a:extLst>
              <a:ext uri="{FF2B5EF4-FFF2-40B4-BE49-F238E27FC236}">
                <ns2:creationId id="{D865D167-3B53-46A1-A2C7-B5CDA2657651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11125200" cy="12382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750" b="1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Atlas API 联调完成，试点时间待确认</a:t>
            </a:r>
            <a:endParaRPr sz="3750"/>
          </a:p>
        </p:txBody>
      </p:sp>
      <p:sp>
        <p:nvSpPr>
          <p:cNvPr id="5" name="slot.progress">
            <a:extLst>
              <a:ext uri="{FF2B5EF4-FFF2-40B4-BE49-F238E27FC236}">
                <ns2:creationId id="{E3529FCC-5AF3-4011-BE2E-BDC436C14E90}"/>
              </a:ext>
            </a:extLst>
          </p:cNvPr>
          <p:cNvSpPr>
            <a:spLocks noGrp="1"/>
          </p:cNvSpPr>
          <p:nvPr/>
        </p:nvSpPr>
        <p:spPr>
          <a:xfrm>
            <a:off x="533400" y="2990850"/>
            <a:ext cx="6534150" cy="22288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• 已完成 API v2 联调。</a:t>
            </a:r>
            <a:endParaRPr sz="2250"/>
          </a:p>
          <a:p>
            <a:pPr marL="0" indent="0">
              <a:buNone/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• FAQ 初稿已交客服试读。</a:t>
            </a:r>
            <a:endParaRPr sz="2250"/>
          </a:p>
        </p:txBody>
      </p:sp>
      <p:sp>
        <p:nvSpPr>
          <p:cNvPr id="6" name="slot.next">
            <a:extLst>
              <a:ext uri="{FF2B5EF4-FFF2-40B4-BE49-F238E27FC236}">
                <ns2:creationId id="{73D12652-D309-4FF0-A3A4-B4AD79F5663F}"/>
              </a:ext>
            </a:extLst>
          </p:cNvPr>
          <p:cNvSpPr>
            <a:spLocks noGrp="1"/>
          </p:cNvSpPr>
          <p:nvPr/>
        </p:nvSpPr>
        <p:spPr>
          <a:xfrm>
            <a:off x="8077200" y="2990850"/>
            <a:ext cx="35814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• 汇总试读意见，确认验收</a:t>
            </a:r>
            <a:endParaRPr sz="2100"/>
          </a:p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  人。</a:t>
            </a:r>
            <a:endParaRPr sz="2100"/>
          </a:p>
        </p:txBody>
      </p:sp>
      <p:sp>
        <p:nvSpPr>
          <p:cNvPr id="7" name="slot.checkpoint">
            <a:extLst>
              <a:ext uri="{FF2B5EF4-FFF2-40B4-BE49-F238E27FC236}">
                <ns2:creationId id="{83387AF7-01F7-4A61-99F6-979A0A755A9D}"/>
              </a:ext>
            </a:extLst>
          </p:cNvPr>
          <p:cNvSpPr>
            <a:spLocks noGrp="1"/>
          </p:cNvSpPr>
          <p:nvPr/>
        </p:nvSpPr>
        <p:spPr>
          <a:xfrm>
            <a:off x="8077200" y="4667250"/>
            <a:ext cx="35814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Atlas 小范围试点</a:t>
            </a:r>
            <a:endParaRPr sz="1800"/>
          </a:p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日期未提供</a:t>
            </a:r>
            <a:endParaRPr sz="1800"/>
          </a:p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负责人未提供</a:t>
            </a:r>
            <a:endParaRPr sz="1800"/>
          </a:p>
        </p:txBody>
      </p:sp>
      <p:sp>
        <p:nvSpPr>
          <p:cNvPr id="8" name="slot.decision">
            <a:extLst>
              <a:ext uri="{FF2B5EF4-FFF2-40B4-BE49-F238E27FC236}">
                <ns2:creationId id="{C004EAAC-59EA-4A7A-9E26-6DB7283A57F3}"/>
              </a:ext>
            </a:extLst>
          </p:cNvPr>
          <p:cNvSpPr>
            <a:spLocks noGrp="1"/>
          </p:cNvSpPr>
          <p:nvPr/>
        </p:nvSpPr>
        <p:spPr>
          <a:xfrm>
            <a:off x="533400" y="5705475"/>
            <a:ext cx="65341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zh-CN">
                <a:solidFill>
                  <a:srgbClr val="AA4B2F"/>
                </a:solidFill>
                <a:latin typeface="Noto Sans CJK SC"/>
                <a:ea typeface="Noto Sans CJK SC"/>
                <a:cs typeface="Noto Sans CJK SC"/>
              </a:rPr>
              <a:t xml:space="preserve">请确认试点验收负责人。</a:t>
            </a:r>
            <a:endParaRPr sz="2025"/>
          </a:p>
        </p:txBody>
      </p:sp>
      <p:sp>
        <p:nvSpPr>
          <p:cNvPr id="9" name="label.progress">
            <a:extLst>
              <a:ext uri="{FF2B5EF4-FFF2-40B4-BE49-F238E27FC236}">
                <ns2:creationId id="{6C5548BD-C191-4CC4-A579-3B4FEBFECAD4}"/>
              </a:ext>
            </a:extLst>
          </p:cNvPr>
          <p:cNvSpPr>
            <a:spLocks noGrp="1"/>
          </p:cNvSpPr>
          <p:nvPr/>
        </p:nvSpPr>
        <p:spPr>
          <a:xfrm>
            <a:off x="533400" y="2638425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本周进展</a:t>
            </a:r>
            <a:endParaRPr sz="1575"/>
          </a:p>
        </p:txBody>
      </p:sp>
      <p:sp>
        <p:nvSpPr>
          <p:cNvPr id="10" name="label.next">
            <a:extLst>
              <a:ext uri="{FF2B5EF4-FFF2-40B4-BE49-F238E27FC236}">
                <ns2:creationId id="{3F835F24-FD46-4484-8335-39F0A1DF0C86}"/>
              </a:ext>
            </a:extLst>
          </p:cNvPr>
          <p:cNvSpPr>
            <a:spLocks noGrp="1"/>
          </p:cNvSpPr>
          <p:nvPr/>
        </p:nvSpPr>
        <p:spPr>
          <a:xfrm>
            <a:off x="8077200" y="2638425"/>
            <a:ext cx="358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下一步</a:t>
            </a:r>
            <a:endParaRPr sz="1575"/>
          </a:p>
        </p:txBody>
      </p:sp>
      <p:sp>
        <p:nvSpPr>
          <p:cNvPr id="11" name="label.checkpoint">
            <a:extLst>
              <a:ext uri="{FF2B5EF4-FFF2-40B4-BE49-F238E27FC236}">
                <ns2:creationId id="{A3053961-1C6D-4C53-8C55-60731FE6CF51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358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检查点</a:t>
            </a:r>
            <a:endParaRPr sz="1575"/>
          </a:p>
        </p:txBody>
      </p:sp>
      <p:sp>
        <p:nvSpPr>
          <p:cNvPr id="12" name="label.decision">
            <a:extLst>
              <a:ext uri="{FF2B5EF4-FFF2-40B4-BE49-F238E27FC236}">
                <ns2:creationId id="{979B51B1-FEAD-4834-B00F-C71549DDDDEC}"/>
              </a:ext>
            </a:extLst>
          </p:cNvPr>
          <p:cNvSpPr>
            <a:spLocks noGrp="1"/>
          </p:cNvSpPr>
          <p:nvPr/>
        </p:nvSpPr>
        <p:spPr>
          <a:xfrm>
            <a:off x="533400" y="5334000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决策 / 支持</a:t>
            </a:r>
            <a:endParaRPr sz="1575"/>
          </a:p>
        </p:txBody>
      </p:sp>
    </p:spTree>
    <p:extLst>
      <p:ext uri="{BB962C8B-B14F-4D97-AF65-F5344CB8AC3E}">
        <ns3:creationId val="991115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2026-10-01T08:53:50.8400000Z</dcterms:created>
  <dcterms:modified xsi:type="dcterms:W3CDTF">2026-10-01T08:53:50.8400000Z</dcterms:modified>
</coreProperties>
</file>