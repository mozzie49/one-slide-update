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783a1c1674f6f" /><Relationship Type="http://schemas.openxmlformats.org/officeDocument/2006/relationships/extended-properties" Target="/docProps/app.xml" Id="Rad25b5c778a34172" /><Relationship Type="http://schemas.openxmlformats.org/officeDocument/2006/relationships/officeDocument" Target="/ppt/presentation.xml" Id="R653e7f305a0d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11b4c691664dfd"/>
  </p:sldMasterIdLst>
  <p:notesMasterIdLst>
    <p:notesMasterId xmlns:r="http://schemas.openxmlformats.org/officeDocument/2006/relationships" r:id="Ra91906e7a82f4f68"/>
  </p:notesMasterIdLst>
  <p:sldIdLst>
    <p:sldId xmlns:r="http://schemas.openxmlformats.org/officeDocument/2006/relationships" id="256" r:id="Reeec3634fae342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e9e8befd34f10" /><Relationship Type="http://schemas.openxmlformats.org/officeDocument/2006/relationships/slideMaster" Target="/ppt/slideMasters/slideMaster1.xml" Id="R1811b4c691664dfd" /><Relationship Type="http://schemas.openxmlformats.org/officeDocument/2006/relationships/notesMaster" Target="/ppt/notesMasters/notesMaster1.xml" Id="Ra91906e7a82f4f68" /><Relationship Type="http://schemas.openxmlformats.org/officeDocument/2006/relationships/presProps" Target="/ppt/presProps.xml" Id="Rc339506949054c21" /><Relationship Type="http://schemas.openxmlformats.org/officeDocument/2006/relationships/tableStyles" Target="/ppt/tableStyles.xml" Id="R5983405b190449df" /><Relationship Type="http://schemas.openxmlformats.org/officeDocument/2006/relationships/slide" Target="/ppt/slides/slide1.xml" Id="Reeec3634fae342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43bfcde775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4180c4afe44bd" /><Relationship Type="http://schemas.openxmlformats.org/officeDocument/2006/relationships/notesMaster" Target="/ppt/notesMasters/notesMaster1.xml" Id="Rf0bcc0e487f841ca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本次更新的来源说明：
原创虚构示例，与任何真实客户、公司或项目无关。
API v2 联调和 FAQ 初稿来自这份虚构周报；未提供试点日期或验收负责人。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20ece673f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2871f678ac47e9" /><Relationship Type="http://schemas.openxmlformats.org/officeDocument/2006/relationships/slideLayout" Target="/ppt/slideLayouts/slideLayout1.xml" Id="Rc9636db394d1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636db394d1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f7f64ece84634" /><Relationship Type="http://schemas.openxmlformats.org/officeDocument/2006/relationships/notesSlide" Target="/ppt/notesSlides/notesSlide1.xml" Id="R48ee95d29e004b58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6374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slot.project">
            <a:extLst>
              <a:ext uri="{FF2B5EF4-FFF2-40B4-BE49-F238E27FC236}">
                <ns2:creationId id="{A5CA756C-968C-4109-B37A-7E10EC007DD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松桥 Atlas 客服试点</a:t>
            </a:r>
            <a:endParaRPr sz="2100"/>
          </a:p>
        </p:txBody>
      </p:sp>
      <p:sp>
        <p:nvSpPr>
          <p:cNvPr id="2" name="slot.metadata">
            <a:extLst>
              <a:ext uri="{FF2B5EF4-FFF2-40B4-BE49-F238E27FC236}">
                <ns2:creationId id="{13FB5C0A-5FF0-4146-A0F8-C2F6C787A0B7}"/>
              </a:ext>
            </a:extLst>
          </p:cNvPr>
          <p:cNvSpPr>
            <a:spLocks noGrp="1"/>
          </p:cNvSpPr>
          <p:nvPr/>
        </p:nvSpPr>
        <p:spPr>
          <a:xfrm>
            <a:off x="533400" y="7905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B4C7C9"/>
                </a:solidFill>
                <a:latin typeface="Noto Sans CJK SC"/>
                <a:ea typeface="Noto Sans CJK SC"/>
                <a:cs typeface="Noto Sans CJK SC"/>
              </a:rPr>
              <a:t xml:space="preserve">2026年9月28日至10月2日 / 截至 2026年10月1日</a:t>
            </a:r>
            <a:endParaRPr sz="1650"/>
          </a:p>
        </p:txBody>
      </p:sp>
      <p:sp>
        <p:nvSpPr>
          <p:cNvPr id="3" name="slot.status">
            <a:extLst>
              <a:ext uri="{FF2B5EF4-FFF2-40B4-BE49-F238E27FC236}">
                <ns2:creationId id="{7C5A51BF-9D5F-4DB7-8948-AD0F45029040}"/>
              </a:ext>
            </a:extLst>
          </p:cNvPr>
          <p:cNvSpPr>
            <a:spLocks noGrp="1"/>
          </p:cNvSpPr>
          <p:nvPr/>
        </p:nvSpPr>
        <p:spPr>
          <a:xfrm>
            <a:off x="9239250" y="381000"/>
            <a:ext cx="2419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FC49E"/>
                </a:solidFill>
                <a:latin typeface="Noto Sans CJK SC"/>
                <a:ea typeface="Noto Sans CJK SC"/>
                <a:cs typeface="Noto Sans CJK SC"/>
              </a:rPr>
              <a:t xml:space="preserve">待评估</a:t>
            </a:r>
            <a:endParaRPr sz="1800"/>
          </a:p>
        </p:txBody>
      </p:sp>
      <p:sp>
        <p:nvSpPr>
          <p:cNvPr id="4" name="slot.headline">
            <a:extLst>
              <a:ext uri="{FF2B5EF4-FFF2-40B4-BE49-F238E27FC236}">
                <ns2:creationId id="{B33C96A5-C882-49E9-91D2-BB4202316BC2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11125200" cy="12382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750" b="1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Atlas API 联调完成，试点时间待确认</a:t>
            </a:r>
            <a:endParaRPr sz="3750"/>
          </a:p>
        </p:txBody>
      </p:sp>
      <p:sp>
        <p:nvSpPr>
          <p:cNvPr id="5" name="slot.decision">
            <a:extLst>
              <a:ext uri="{FF2B5EF4-FFF2-40B4-BE49-F238E27FC236}">
                <ns2:creationId id="{1652A283-8301-43B9-882B-44300AB43C10}"/>
              </a:ext>
            </a:extLst>
          </p:cNvPr>
          <p:cNvSpPr>
            <a:spLocks noGrp="1"/>
          </p:cNvSpPr>
          <p:nvPr/>
        </p:nvSpPr>
        <p:spPr>
          <a:xfrm>
            <a:off x="533400" y="3124200"/>
            <a:ext cx="6572250" cy="1409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FFC49E"/>
                </a:solidFill>
                <a:latin typeface="Noto Sans CJK SC"/>
                <a:ea typeface="Noto Sans CJK SC"/>
                <a:cs typeface="Noto Sans CJK SC"/>
              </a:rPr>
              <a:t xml:space="preserve">请确认试点验收负责人。</a:t>
            </a:r>
            <a:endParaRPr sz="2400"/>
          </a:p>
        </p:txBody>
      </p:sp>
      <p:sp>
        <p:nvSpPr>
          <p:cNvPr id="6" name="slot.checkpoint">
            <a:extLst>
              <a:ext uri="{FF2B5EF4-FFF2-40B4-BE49-F238E27FC236}">
                <ns2:creationId id="{65B06C55-2FF9-4034-A8AE-B5421FBE97F0}"/>
              </a:ext>
            </a:extLst>
          </p:cNvPr>
          <p:cNvSpPr>
            <a:spLocks noGrp="1"/>
          </p:cNvSpPr>
          <p:nvPr/>
        </p:nvSpPr>
        <p:spPr>
          <a:xfrm>
            <a:off x="533400" y="5095875"/>
            <a:ext cx="6572250" cy="13430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Atlas 小范围试点</a:t>
            </a:r>
            <a:endParaRPr sz="1950"/>
          </a:p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日期未提供</a:t>
            </a:r>
            <a:endParaRPr sz="1950"/>
          </a:p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负责人未提供</a:t>
            </a:r>
            <a:endParaRPr sz="1950"/>
          </a:p>
        </p:txBody>
      </p:sp>
      <p:sp>
        <p:nvSpPr>
          <p:cNvPr id="7" name="slot.progress">
            <a:extLst>
              <a:ext uri="{FF2B5EF4-FFF2-40B4-BE49-F238E27FC236}">
                <ns2:creationId id="{611AE3D8-5844-4E25-8C47-F8AABA3D608C}"/>
              </a:ext>
            </a:extLst>
          </p:cNvPr>
          <p:cNvSpPr>
            <a:spLocks noGrp="1"/>
          </p:cNvSpPr>
          <p:nvPr/>
        </p:nvSpPr>
        <p:spPr>
          <a:xfrm>
            <a:off x="8153400" y="3124200"/>
            <a:ext cx="35052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• 已完成 API v2 联调。</a:t>
            </a:r>
            <a:endParaRPr sz="1875"/>
          </a:p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• FAQ 初稿已交客服试读。</a:t>
            </a:r>
            <a:endParaRPr sz="1875"/>
          </a:p>
        </p:txBody>
      </p:sp>
      <p:sp>
        <p:nvSpPr>
          <p:cNvPr id="8" name="slot.next">
            <a:extLst>
              <a:ext uri="{FF2B5EF4-FFF2-40B4-BE49-F238E27FC236}">
                <ns2:creationId id="{6996E991-C07C-45CD-8F6C-35A367AFCACE}"/>
              </a:ext>
            </a:extLst>
          </p:cNvPr>
          <p:cNvSpPr>
            <a:spLocks noGrp="1"/>
          </p:cNvSpPr>
          <p:nvPr/>
        </p:nvSpPr>
        <p:spPr>
          <a:xfrm>
            <a:off x="8153400" y="5114925"/>
            <a:ext cx="3505200" cy="132397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• 汇总试读意见，确认验收</a:t>
            </a:r>
            <a:endParaRPr sz="1875"/>
          </a:p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>
                <a:solidFill>
                  <a:srgbClr val="FCF5EB"/>
                </a:solidFill>
                <a:latin typeface="Noto Sans CJK SC"/>
                <a:ea typeface="Noto Sans CJK SC"/>
                <a:cs typeface="Noto Sans CJK SC"/>
              </a:rPr>
              <a:t xml:space="preserve">  人。</a:t>
            </a:r>
            <a:endParaRPr sz="1875"/>
          </a:p>
        </p:txBody>
      </p:sp>
      <p:sp>
        <p:nvSpPr>
          <p:cNvPr id="9" name="label.decision">
            <a:extLst>
              <a:ext uri="{FF2B5EF4-FFF2-40B4-BE49-F238E27FC236}">
                <ns2:creationId id="{CF7149CC-CC4F-4130-A51A-6C92335A7A2B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6572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B4C7C9"/>
                </a:solidFill>
                <a:latin typeface="Noto Sans CJK SC"/>
                <a:ea typeface="Noto Sans CJK SC"/>
                <a:cs typeface="Noto Sans CJK SC"/>
              </a:rPr>
              <a:t xml:space="preserve">决策 / 支持</a:t>
            </a:r>
            <a:endParaRPr sz="1575"/>
          </a:p>
        </p:txBody>
      </p:sp>
      <p:sp>
        <p:nvSpPr>
          <p:cNvPr id="10" name="label.checkpoint">
            <a:extLst>
              <a:ext uri="{FF2B5EF4-FFF2-40B4-BE49-F238E27FC236}">
                <ns2:creationId id="{9646CBDA-F909-453D-ACB5-5006D83D38BF}"/>
              </a:ext>
            </a:extLst>
          </p:cNvPr>
          <p:cNvSpPr>
            <a:spLocks noGrp="1"/>
          </p:cNvSpPr>
          <p:nvPr/>
        </p:nvSpPr>
        <p:spPr>
          <a:xfrm>
            <a:off x="533400" y="4695825"/>
            <a:ext cx="6572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B4C7C9"/>
                </a:solidFill>
                <a:latin typeface="Noto Sans CJK SC"/>
                <a:ea typeface="Noto Sans CJK SC"/>
                <a:cs typeface="Noto Sans CJK SC"/>
              </a:rPr>
              <a:t xml:space="preserve">检查点</a:t>
            </a:r>
            <a:endParaRPr sz="1575"/>
          </a:p>
        </p:txBody>
      </p:sp>
      <p:sp>
        <p:nvSpPr>
          <p:cNvPr id="11" name="label.progress">
            <a:extLst>
              <a:ext uri="{FF2B5EF4-FFF2-40B4-BE49-F238E27FC236}">
                <ns2:creationId id="{9D02BA60-E554-4A70-A2C6-7C0302483E5A}"/>
              </a:ext>
            </a:extLst>
          </p:cNvPr>
          <p:cNvSpPr>
            <a:spLocks noGrp="1"/>
          </p:cNvSpPr>
          <p:nvPr/>
        </p:nvSpPr>
        <p:spPr>
          <a:xfrm>
            <a:off x="8153400" y="2724150"/>
            <a:ext cx="35052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B4C7C9"/>
                </a:solidFill>
                <a:latin typeface="Noto Sans CJK SC"/>
                <a:ea typeface="Noto Sans CJK SC"/>
                <a:cs typeface="Noto Sans CJK SC"/>
              </a:rPr>
              <a:t xml:space="preserve">本周进展</a:t>
            </a:r>
            <a:endParaRPr sz="1575"/>
          </a:p>
        </p:txBody>
      </p:sp>
      <p:sp>
        <p:nvSpPr>
          <p:cNvPr id="12" name="label.next">
            <a:extLst>
              <a:ext uri="{FF2B5EF4-FFF2-40B4-BE49-F238E27FC236}">
                <ns2:creationId id="{AB92E130-1A97-4068-96AF-5835F64CF46A}"/>
              </a:ext>
            </a:extLst>
          </p:cNvPr>
          <p:cNvSpPr>
            <a:spLocks noGrp="1"/>
          </p:cNvSpPr>
          <p:nvPr/>
        </p:nvSpPr>
        <p:spPr>
          <a:xfrm>
            <a:off x="8153400" y="4714875"/>
            <a:ext cx="35052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B4C7C9"/>
                </a:solidFill>
                <a:latin typeface="Noto Sans CJK SC"/>
                <a:ea typeface="Noto Sans CJK SC"/>
                <a:cs typeface="Noto Sans CJK SC"/>
              </a:rPr>
              <a:t xml:space="preserve">下一步</a:t>
            </a:r>
            <a:endParaRPr sz="1575"/>
          </a:p>
        </p:txBody>
      </p:sp>
    </p:spTree>
    <p:extLst>
      <p:ext uri="{BB962C8B-B14F-4D97-AF65-F5344CB8AC3E}">
        <ns3:creationId val="596601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2026-10-01T08:53:54.3330000Z</dcterms:created>
  <dcterms:modified xsi:type="dcterms:W3CDTF">2026-10-01T08:53:54.3330000Z</dcterms:modified>
</coreProperties>
</file>