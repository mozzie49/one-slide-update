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2783a1c1674f6f" /><Relationship Type="http://schemas.openxmlformats.org/officeDocument/2006/relationships/extended-properties" Target="/docProps/app.xml" Id="Rad25b5c778a34172" /><Relationship Type="http://schemas.openxmlformats.org/officeDocument/2006/relationships/officeDocument" Target="/ppt/presentation.xml" Id="R653e7f305a0d43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11b4c691664dfd"/>
  </p:sldMasterIdLst>
  <p:notesMasterIdLst>
    <p:notesMasterId xmlns:r="http://schemas.openxmlformats.org/officeDocument/2006/relationships" r:id="Ra91906e7a82f4f68"/>
  </p:notesMasterIdLst>
  <p:sldIdLst>
    <p:sldId xmlns:r="http://schemas.openxmlformats.org/officeDocument/2006/relationships" id="256" r:id="Reeec3634fae342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fe9e8befd34f10" /><Relationship Type="http://schemas.openxmlformats.org/officeDocument/2006/relationships/slideMaster" Target="/ppt/slideMasters/slideMaster1.xml" Id="R1811b4c691664dfd" /><Relationship Type="http://schemas.openxmlformats.org/officeDocument/2006/relationships/notesMaster" Target="/ppt/notesMasters/notesMaster1.xml" Id="Ra91906e7a82f4f68" /><Relationship Type="http://schemas.openxmlformats.org/officeDocument/2006/relationships/presProps" Target="/ppt/presProps.xml" Id="Rc339506949054c21" /><Relationship Type="http://schemas.openxmlformats.org/officeDocument/2006/relationships/tableStyles" Target="/ppt/tableStyles.xml" Id="R5983405b190449df" /><Relationship Type="http://schemas.openxmlformats.org/officeDocument/2006/relationships/slide" Target="/ppt/slides/slide1.xml" Id="Reeec3634fae342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43bfcde77540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a4180c4afe44bd" /><Relationship Type="http://schemas.openxmlformats.org/officeDocument/2006/relationships/notesMaster" Target="/ppt/notesMasters/notesMaster1.xml" Id="Rf0bcc0e487f841ca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notes supplied with this update:
Original fictional example. No real project or customer data.
Source: examples/inputs/relay-weekly-notes.md, as of 1 October 2026.
The source notes provide no progress percentage or adoption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20ece673f47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2871f678ac47e9" /><Relationship Type="http://schemas.openxmlformats.org/officeDocument/2006/relationships/slideLayout" Target="/ppt/slideLayouts/slideLayout1.xml" Id="Rc9636db394d14e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636db394d14e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f7f64ece84634" /><Relationship Type="http://schemas.openxmlformats.org/officeDocument/2006/relationships/notesSlide" Target="/ppt/notesSlides/notesSlide1.xml" Id="R48ee95d29e004b58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6374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slot.project">
            <a:extLst>
              <a:ext uri="{FF2B5EF4-FFF2-40B4-BE49-F238E27FC236}">
                <ns2:creationId id="{A5CA756C-968C-4109-B37A-7E10EC007DD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rPr>
              <a:t xml:space="preserve">Relay pilot</a:t>
            </a:r>
            <a:endParaRPr sz="2100"/>
          </a:p>
        </p:txBody>
      </p:sp>
      <p:sp>
        <p:nvSpPr>
          <p:cNvPr id="2" name="slot.metadata">
            <a:extLst>
              <a:ext uri="{FF2B5EF4-FFF2-40B4-BE49-F238E27FC236}">
                <ns2:creationId id="{13FB5C0A-5FF0-4146-A0F8-C2F6C787A0B7}"/>
              </a:ext>
            </a:extLst>
          </p:cNvPr>
          <p:cNvSpPr>
            <a:spLocks noGrp="1"/>
          </p:cNvSpPr>
          <p:nvPr/>
        </p:nvSpPr>
        <p:spPr>
          <a:xfrm>
            <a:off x="533400" y="790575"/>
            <a:ext cx="876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B4C7C9"/>
                </a:solidFill>
                <a:latin typeface="Liberation Sans"/>
                <a:ea typeface="Liberation Sans"/>
                <a:cs typeface="Liberation Sans"/>
              </a:rPr>
              <a:t xml:space="preserve">Week of 28 Sep 2026 / As of 1 Oct 2026</a:t>
            </a:r>
            <a:endParaRPr sz="1650"/>
          </a:p>
        </p:txBody>
      </p:sp>
      <p:sp>
        <p:nvSpPr>
          <p:cNvPr id="3" name="slot.status">
            <a:extLst>
              <a:ext uri="{FF2B5EF4-FFF2-40B4-BE49-F238E27FC236}">
                <ns2:creationId id="{7C5A51BF-9D5F-4DB7-8948-AD0F45029040}"/>
              </a:ext>
            </a:extLst>
          </p:cNvPr>
          <p:cNvSpPr>
            <a:spLocks noGrp="1"/>
          </p:cNvSpPr>
          <p:nvPr/>
        </p:nvSpPr>
        <p:spPr>
          <a:xfrm>
            <a:off x="9239250" y="381000"/>
            <a:ext cx="24193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C49E"/>
                </a:solidFill>
                <a:latin typeface="Liberation Sans"/>
                <a:ea typeface="Liberation Sans"/>
                <a:cs typeface="Liberation Sans"/>
              </a:rPr>
              <a:t xml:space="preserve">At risk</a:t>
            </a:r>
            <a:endParaRPr sz="1800"/>
          </a:p>
        </p:txBody>
      </p:sp>
      <p:sp>
        <p:nvSpPr>
          <p:cNvPr id="4" name="slot.headline">
            <a:extLst>
              <a:ext uri="{FF2B5EF4-FFF2-40B4-BE49-F238E27FC236}">
                <ns2:creationId id="{B33C96A5-C882-49E9-91D2-BB4202316BC2}"/>
              </a:ext>
            </a:extLst>
          </p:cNvPr>
          <p:cNvSpPr>
            <a:spLocks noGrp="1"/>
          </p:cNvSpPr>
          <p:nvPr/>
        </p:nvSpPr>
        <p:spPr>
          <a:xfrm>
            <a:off x="533400" y="1362075"/>
            <a:ext cx="11125200" cy="1162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4575"/>
              </a:lnSpc>
              <a:spcBef>
                <a:spcPts val="0"/>
              </a:spcBef>
              <a:spcAft>
                <a:spcPts val="0"/>
              </a:spcAft>
            </a:pPr>
            <a:r>
              <a:rPr sz="3750" b="1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rPr>
              <a:t xml:space="preserve">Pilot waits on export permissions</a:t>
            </a:r>
            <a:endParaRPr sz="3750"/>
          </a:p>
        </p:txBody>
      </p:sp>
      <p:sp>
        <p:nvSpPr>
          <p:cNvPr id="5" name="slot.decision">
            <a:extLst>
              <a:ext uri="{FF2B5EF4-FFF2-40B4-BE49-F238E27FC236}">
                <ns2:creationId id="{1652A283-8301-43B9-882B-44300AB43C10}"/>
              </a:ext>
            </a:extLst>
          </p:cNvPr>
          <p:cNvSpPr>
            <a:spLocks noGrp="1"/>
          </p:cNvSpPr>
          <p:nvPr/>
        </p:nvSpPr>
        <p:spPr>
          <a:xfrm>
            <a:off x="533400" y="3124200"/>
            <a:ext cx="6572250" cy="1409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C49E"/>
                </a:solidFill>
                <a:latin typeface="Liberation Sans"/>
                <a:ea typeface="Liberation Sans"/>
                <a:cs typeface="Liberation Sans"/>
              </a:rPr>
              <a:t xml:space="preserve">Name the support-handoff owner before pilot</a:t>
            </a:r>
            <a:endParaRPr sz="2400"/>
          </a:p>
          <a:p>
            <a:pPr marL="0" indent="0">
              <a:buNone/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C49E"/>
                </a:solidFill>
                <a:latin typeface="Liberation Sans"/>
                <a:ea typeface="Liberation Sans"/>
                <a:cs typeface="Liberation Sans"/>
              </a:rPr>
              <a:t xml:space="preserve">invitations.</a:t>
            </a:r>
            <a:endParaRPr sz="2400"/>
          </a:p>
        </p:txBody>
      </p:sp>
      <p:sp>
        <p:nvSpPr>
          <p:cNvPr id="6" name="slot.checkpoint">
            <a:extLst>
              <a:ext uri="{FF2B5EF4-FFF2-40B4-BE49-F238E27FC236}">
                <ns2:creationId id="{65B06C55-2FF9-4034-A8AE-B5421FBE97F0}"/>
              </a:ext>
            </a:extLst>
          </p:cNvPr>
          <p:cNvSpPr>
            <a:spLocks noGrp="1"/>
          </p:cNvSpPr>
          <p:nvPr/>
        </p:nvSpPr>
        <p:spPr>
          <a:xfrm>
            <a:off x="533400" y="5095875"/>
            <a:ext cx="6572250" cy="1343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rPr>
              <a:t xml:space="preserve">Invite the first pilot teams</a:t>
            </a:r>
            <a:endParaRPr sz="1950"/>
          </a:p>
          <a:p>
            <a:pPr marL="0" indent="0">
              <a:buNone/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rPr>
              <a:t xml:space="preserve">24 October</a:t>
            </a:r>
            <a:endParaRPr sz="1950"/>
          </a:p>
          <a:p>
            <a:pPr marL="0" indent="0">
              <a:buNone/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rPr>
              <a:t xml:space="preserve">Owner not provided</a:t>
            </a:r>
            <a:endParaRPr sz="1950"/>
          </a:p>
        </p:txBody>
      </p:sp>
      <p:sp>
        <p:nvSpPr>
          <p:cNvPr id="7" name="slot.progress">
            <a:extLst>
              <a:ext uri="{FF2B5EF4-FFF2-40B4-BE49-F238E27FC236}">
                <ns2:creationId id="{611AE3D8-5844-4E25-8C47-F8AABA3D608C}"/>
              </a:ext>
            </a:extLst>
          </p:cNvPr>
          <p:cNvSpPr>
            <a:spLocks noGrp="1"/>
          </p:cNvSpPr>
          <p:nvPr/>
        </p:nvSpPr>
        <p:spPr>
          <a:xfrm>
            <a:off x="8153400" y="3124200"/>
            <a:ext cx="3505200" cy="12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288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rPr>
              <a:t xml:space="preserve">• Review comments are tied to</a:t>
            </a:r>
            <a:endParaRPr sz="1875"/>
          </a:p>
          <a:p>
            <a:pPr marL="0" indent="0">
              <a:buNone/>
              <a:lnSpc>
                <a:spcPts val="2288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rPr>
              <a:t xml:space="preserve">  versions.</a:t>
            </a:r>
            <a:endParaRPr sz="1875"/>
          </a:p>
          <a:p>
            <a:pPr marL="0" indent="0">
              <a:buNone/>
              <a:lnSpc>
                <a:spcPts val="2288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rPr>
              <a:t xml:space="preserve">• Keyboard navigation passed</a:t>
            </a:r>
            <a:endParaRPr sz="1875"/>
          </a:p>
          <a:p>
            <a:pPr marL="0" indent="0">
              <a:buNone/>
              <a:lnSpc>
                <a:spcPts val="2288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rPr>
              <a:t xml:space="preserve">  the review.</a:t>
            </a:r>
            <a:endParaRPr sz="1875"/>
          </a:p>
        </p:txBody>
      </p:sp>
      <p:sp>
        <p:nvSpPr>
          <p:cNvPr id="8" name="slot.next">
            <a:extLst>
              <a:ext uri="{FF2B5EF4-FFF2-40B4-BE49-F238E27FC236}">
                <ns2:creationId id="{6996E991-C07C-45CD-8F6C-35A367AFCACE}"/>
              </a:ext>
            </a:extLst>
          </p:cNvPr>
          <p:cNvSpPr>
            <a:spLocks noGrp="1"/>
          </p:cNvSpPr>
          <p:nvPr/>
        </p:nvSpPr>
        <p:spPr>
          <a:xfrm>
            <a:off x="8153400" y="5114925"/>
            <a:ext cx="3505200" cy="1323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buNone/>
              <a:lnSpc>
                <a:spcPts val="2288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rPr>
              <a:t xml:space="preserve">• Retest export permissions</a:t>
            </a:r>
            <a:endParaRPr sz="1875"/>
          </a:p>
          <a:p>
            <a:pPr marL="0" indent="0">
              <a:buNone/>
              <a:lnSpc>
                <a:spcPts val="2288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rPr>
              <a:t xml:space="preserve">  with partners.</a:t>
            </a:r>
            <a:endParaRPr sz="1875"/>
          </a:p>
        </p:txBody>
      </p:sp>
      <p:sp>
        <p:nvSpPr>
          <p:cNvPr id="9" name="label.decision">
            <a:extLst>
              <a:ext uri="{FF2B5EF4-FFF2-40B4-BE49-F238E27FC236}">
                <ns2:creationId id="{CF7149CC-CC4F-4130-A51A-6C92335A7A2B}"/>
              </a:ext>
            </a:extLst>
          </p:cNvPr>
          <p:cNvSpPr>
            <a:spLocks noGrp="1"/>
          </p:cNvSpPr>
          <p:nvPr/>
        </p:nvSpPr>
        <p:spPr>
          <a:xfrm>
            <a:off x="533400" y="2724150"/>
            <a:ext cx="6572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1">
                <a:solidFill>
                  <a:srgbClr val="B4C7C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B4C7C9"/>
                </a:solidFill>
                <a:latin typeface="Liberation Sans"/>
                <a:ea typeface="Liberation Sans"/>
                <a:cs typeface="Liberation Sans"/>
              </a:rPr>
              <a:t>DECISION / SUPPORT</a:t>
            </a:r>
          </a:p>
        </p:txBody>
      </p:sp>
      <p:sp>
        <p:nvSpPr>
          <p:cNvPr id="10" name="label.checkpoint">
            <a:extLst>
              <a:ext uri="{FF2B5EF4-FFF2-40B4-BE49-F238E27FC236}">
                <ns2:creationId id="{9646CBDA-F909-453D-ACB5-5006D83D38BF}"/>
              </a:ext>
            </a:extLst>
          </p:cNvPr>
          <p:cNvSpPr>
            <a:spLocks noGrp="1"/>
          </p:cNvSpPr>
          <p:nvPr/>
        </p:nvSpPr>
        <p:spPr>
          <a:xfrm>
            <a:off x="533400" y="4695825"/>
            <a:ext cx="6572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1">
                <a:solidFill>
                  <a:srgbClr val="B4C7C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B4C7C9"/>
                </a:solidFill>
                <a:latin typeface="Liberation Sans"/>
                <a:ea typeface="Liberation Sans"/>
                <a:cs typeface="Liberation Sans"/>
              </a:rPr>
              <a:t>CHECKPOINT</a:t>
            </a:r>
          </a:p>
        </p:txBody>
      </p:sp>
      <p:sp>
        <p:nvSpPr>
          <p:cNvPr id="11" name="label.progress">
            <a:extLst>
              <a:ext uri="{FF2B5EF4-FFF2-40B4-BE49-F238E27FC236}">
                <ns2:creationId id="{9D02BA60-E554-4A70-A2C6-7C0302483E5A}"/>
              </a:ext>
            </a:extLst>
          </p:cNvPr>
          <p:cNvSpPr>
            <a:spLocks noGrp="1"/>
          </p:cNvSpPr>
          <p:nvPr/>
        </p:nvSpPr>
        <p:spPr>
          <a:xfrm>
            <a:off x="8153400" y="2724150"/>
            <a:ext cx="35052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1">
                <a:solidFill>
                  <a:srgbClr val="B4C7C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B4C7C9"/>
                </a:solidFill>
                <a:latin typeface="Liberation Sans"/>
                <a:ea typeface="Liberation Sans"/>
                <a:cs typeface="Liberation Sans"/>
              </a:rPr>
              <a:t>CHANGED THIS WEEK</a:t>
            </a:r>
          </a:p>
        </p:txBody>
      </p:sp>
      <p:sp>
        <p:nvSpPr>
          <p:cNvPr id="12" name="label.next">
            <a:extLst>
              <a:ext uri="{FF2B5EF4-FFF2-40B4-BE49-F238E27FC236}">
                <ns2:creationId id="{AB92E130-1A97-4068-96AF-5835F64CF46A}"/>
              </a:ext>
            </a:extLst>
          </p:cNvPr>
          <p:cNvSpPr>
            <a:spLocks noGrp="1"/>
          </p:cNvSpPr>
          <p:nvPr/>
        </p:nvSpPr>
        <p:spPr>
          <a:xfrm>
            <a:off x="8153400" y="4714875"/>
            <a:ext cx="35052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575" b="1">
                <a:solidFill>
                  <a:srgbClr val="B4C7C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B4C7C9"/>
                </a:solidFill>
                <a:latin typeface="Liberation Sans"/>
                <a:ea typeface="Liberation Sans"/>
                <a:cs typeface="Liberation Sans"/>
              </a:rPr>
              <a:t>NEXT</a:t>
            </a:r>
          </a:p>
        </p:txBody>
      </p:sp>
    </p:spTree>
    <p:extLst>
      <p:ext uri="{BB962C8B-B14F-4D97-AF65-F5344CB8AC3E}">
        <ns3:creationId val="596601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2026-10-01T08:53:54.3330000Z</dcterms:created>
  <dcterms:modified xsi:type="dcterms:W3CDTF">2026-10-01T08:53:54.3330000Z</dcterms:modified>
</coreProperties>
</file>